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assuming each query's similarities to the data are Gaussian. The assumption was never tested. We test it, and fix the method where it fails.</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16/16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on non-Gaussian data: PercEF's tail recall at least Ada-ef's</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keeps the better tail;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fails on 9 of 41 datasets (6 learned embeddings); there PercEF gives better tail recall, at most 2.5% over the best fixed ef.</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DARTH (learned): best tail, up to 2.3x slower. Next: the SIFT-1B miss, cross-modal queries.</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1: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2: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3: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4: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Designation</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2026-10-06T09:27:45Z</dcterms:created>
  <dcterms:modified xsi:type="dcterms:W3CDTF">2026-10-06T09:27:45Z</dcterms:modified>
</cp:coreProperties>
</file>